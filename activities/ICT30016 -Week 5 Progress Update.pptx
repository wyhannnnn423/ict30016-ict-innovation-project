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1084" r:id="rId5"/>
    <p:sldId id="1085" r:id="rId6"/>
    <p:sldId id="1086" r:id="rId7"/>
    <p:sldId id="259" r:id="rId8"/>
  </p:sldIdLst>
  <p:sldSz cx="12192000" cy="6858000"/>
  <p:notesSz cx="6858000" cy="9144000"/>
  <p:embeddedFontLst>
    <p:embeddedFont>
      <p:font typeface="Barlow Light" panose="00000400000000000000" pitchFamily="2" charset="0"/>
      <p:regular r:id="rId11"/>
      <p: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pen Sans Semibold" panose="020B07060308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464"/>
    <a:srgbClr val="FF66CC"/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18743-BF72-4F83-81A4-802617D02AFA}" v="92" dt="2026-10-04T05:32:54.773"/>
    <p1510:client id="{84780991-F4F0-4538-976D-33EA2061BB5A}" v="1" dt="2026-10-04T06:27:40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0" autoAdjust="0"/>
    <p:restoredTop sz="96327"/>
  </p:normalViewPr>
  <p:slideViewPr>
    <p:cSldViewPr snapToGrid="0" snapToObjects="1">
      <p:cViewPr varScale="1">
        <p:scale>
          <a:sx n="91" d="100"/>
          <a:sy n="91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 Yan Zhen YU" userId="1b7a48f5-3995-4c8d-961e-fa35948adeab" providerId="ADAL" clId="{CDF1851B-486B-40D5-A909-0A3CDE315CBF}"/>
    <pc:docChg chg="modSld">
      <pc:chgData name="Jane Yan Zhen YU" userId="1b7a48f5-3995-4c8d-961e-fa35948adeab" providerId="ADAL" clId="{CDF1851B-486B-40D5-A909-0A3CDE315CBF}" dt="2026-10-04T06:27:27.625" v="3" actId="20577"/>
      <pc:docMkLst>
        <pc:docMk/>
      </pc:docMkLst>
      <pc:sldChg chg="modSp mod">
        <pc:chgData name="Jane Yan Zhen YU" userId="1b7a48f5-3995-4c8d-961e-fa35948adeab" providerId="ADAL" clId="{CDF1851B-486B-40D5-A909-0A3CDE315CBF}" dt="2026-10-04T06:27:27.625" v="3" actId="20577"/>
        <pc:sldMkLst>
          <pc:docMk/>
          <pc:sldMk cId="3026245705" sldId="1085"/>
        </pc:sldMkLst>
        <pc:graphicFrameChg chg="modGraphic">
          <ac:chgData name="Jane Yan Zhen YU" userId="1b7a48f5-3995-4c8d-961e-fa35948adeab" providerId="ADAL" clId="{CDF1851B-486B-40D5-A909-0A3CDE315CBF}" dt="2026-10-04T06:27:27.625" v="3" actId="20577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</pc:docChg>
  </pc:docChgLst>
  <pc:docChgLst>
    <pc:chgData name="Yan Han WONG" userId="f39f675c-0c0c-419a-bfc0-89173dce6c4b" providerId="ADAL" clId="{254195CD-A7B3-4940-87E5-245295E99F6D}"/>
    <pc:docChg chg="undo redo custSel modSld">
      <pc:chgData name="Yan Han WONG" userId="f39f675c-0c0c-419a-bfc0-89173dce6c4b" providerId="ADAL" clId="{254195CD-A7B3-4940-87E5-245295E99F6D}" dt="2026-10-04T05:36:26.234" v="523" actId="20577"/>
      <pc:docMkLst>
        <pc:docMk/>
      </pc:docMkLst>
      <pc:sldChg chg="addSp delSp modSp mod">
        <pc:chgData name="Yan Han WONG" userId="f39f675c-0c0c-419a-bfc0-89173dce6c4b" providerId="ADAL" clId="{254195CD-A7B3-4940-87E5-245295E99F6D}" dt="2026-10-01T13:49:21.036" v="146" actId="20577"/>
        <pc:sldMkLst>
          <pc:docMk/>
          <pc:sldMk cId="51606423" sldId="259"/>
        </pc:sldMkLst>
        <pc:spChg chg="add mod">
          <ac:chgData name="Yan Han WONG" userId="f39f675c-0c0c-419a-bfc0-89173dce6c4b" providerId="ADAL" clId="{254195CD-A7B3-4940-87E5-245295E99F6D}" dt="2026-10-01T13:49:21.036" v="146" actId="20577"/>
          <ac:spMkLst>
            <pc:docMk/>
            <pc:sldMk cId="51606423" sldId="259"/>
            <ac:spMk id="4" creationId="{69234FB1-A24C-79E1-5320-C2CFAD7AFFCE}"/>
          </ac:spMkLst>
        </pc:spChg>
        <pc:spChg chg="add mod">
          <ac:chgData name="Yan Han WONG" userId="f39f675c-0c0c-419a-bfc0-89173dce6c4b" providerId="ADAL" clId="{254195CD-A7B3-4940-87E5-245295E99F6D}" dt="2026-10-01T13:48:47.101" v="126"/>
          <ac:spMkLst>
            <pc:docMk/>
            <pc:sldMk cId="51606423" sldId="259"/>
            <ac:spMk id="5" creationId="{1F3FCA19-A236-604E-9B34-67AF60A21509}"/>
          </ac:spMkLst>
        </pc:spChg>
      </pc:sldChg>
      <pc:sldChg chg="modSp mod">
        <pc:chgData name="Yan Han WONG" userId="f39f675c-0c0c-419a-bfc0-89173dce6c4b" providerId="ADAL" clId="{254195CD-A7B3-4940-87E5-245295E99F6D}" dt="2026-10-01T13:41:11.468" v="3"/>
        <pc:sldMkLst>
          <pc:docMk/>
          <pc:sldMk cId="3869781376" sldId="1084"/>
        </pc:sldMkLst>
        <pc:spChg chg="mod">
          <ac:chgData name="Yan Han WONG" userId="f39f675c-0c0c-419a-bfc0-89173dce6c4b" providerId="ADAL" clId="{254195CD-A7B3-4940-87E5-245295E99F6D}" dt="2026-10-01T13:36:59.671" v="0"/>
          <ac:spMkLst>
            <pc:docMk/>
            <pc:sldMk cId="3869781376" sldId="1084"/>
            <ac:spMk id="3" creationId="{8D85B56E-4C76-CF70-53A9-BF29CCE82A06}"/>
          </ac:spMkLst>
        </pc:spChg>
        <pc:spChg chg="mod">
          <ac:chgData name="Yan Han WONG" userId="f39f675c-0c0c-419a-bfc0-89173dce6c4b" providerId="ADAL" clId="{254195CD-A7B3-4940-87E5-245295E99F6D}" dt="2026-10-01T13:37:00.817" v="2" actId="20577"/>
          <ac:spMkLst>
            <pc:docMk/>
            <pc:sldMk cId="3869781376" sldId="1084"/>
            <ac:spMk id="5" creationId="{0F0D744A-4398-0634-F882-EFEEDDEAFEF4}"/>
          </ac:spMkLst>
        </pc:spChg>
        <pc:spChg chg="mod">
          <ac:chgData name="Yan Han WONG" userId="f39f675c-0c0c-419a-bfc0-89173dce6c4b" providerId="ADAL" clId="{254195CD-A7B3-4940-87E5-245295E99F6D}" dt="2026-10-01T13:41:11.468" v="3"/>
          <ac:spMkLst>
            <pc:docMk/>
            <pc:sldMk cId="3869781376" sldId="1084"/>
            <ac:spMk id="10" creationId="{CE32FE8C-D022-8A30-1403-15B3600881B6}"/>
          </ac:spMkLst>
        </pc:spChg>
      </pc:sldChg>
      <pc:sldChg chg="addSp delSp modSp mod">
        <pc:chgData name="Yan Han WONG" userId="f39f675c-0c0c-419a-bfc0-89173dce6c4b" providerId="ADAL" clId="{254195CD-A7B3-4940-87E5-245295E99F6D}" dt="2026-10-04T05:32:55.536" v="513" actId="108"/>
        <pc:sldMkLst>
          <pc:docMk/>
          <pc:sldMk cId="3026245705" sldId="1085"/>
        </pc:sldMkLst>
        <pc:spChg chg="add del mod">
          <ac:chgData name="Yan Han WONG" userId="f39f675c-0c0c-419a-bfc0-89173dce6c4b" providerId="ADAL" clId="{254195CD-A7B3-4940-87E5-245295E99F6D}" dt="2026-10-04T05:32:45.086" v="510"/>
          <ac:spMkLst>
            <pc:docMk/>
            <pc:sldMk cId="3026245705" sldId="1085"/>
            <ac:spMk id="3" creationId="{24A42F9D-C5F3-EB47-416E-10FA05163172}"/>
          </ac:spMkLst>
        </pc:spChg>
        <pc:graphicFrameChg chg="mod modGraphic">
          <ac:chgData name="Yan Han WONG" userId="f39f675c-0c0c-419a-bfc0-89173dce6c4b" providerId="ADAL" clId="{254195CD-A7B3-4940-87E5-245295E99F6D}" dt="2026-10-04T05:32:55.536" v="513" actId="108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  <pc:sldChg chg="delSp modSp mod">
        <pc:chgData name="Yan Han WONG" userId="f39f675c-0c0c-419a-bfc0-89173dce6c4b" providerId="ADAL" clId="{254195CD-A7B3-4940-87E5-245295E99F6D}" dt="2026-10-04T05:36:26.234" v="523" actId="20577"/>
        <pc:sldMkLst>
          <pc:docMk/>
          <pc:sldMk cId="1656399167" sldId="1086"/>
        </pc:sldMkLst>
        <pc:spChg chg="mod">
          <ac:chgData name="Yan Han WONG" userId="f39f675c-0c0c-419a-bfc0-89173dce6c4b" providerId="ADAL" clId="{254195CD-A7B3-4940-87E5-245295E99F6D}" dt="2026-10-04T05:28:51.290" v="476" actId="1076"/>
          <ac:spMkLst>
            <pc:docMk/>
            <pc:sldMk cId="1656399167" sldId="1086"/>
            <ac:spMk id="8" creationId="{3A5DDE4F-D94E-B8C6-E605-5C267094C014}"/>
          </ac:spMkLst>
        </pc:spChg>
        <pc:spChg chg="mod">
          <ac:chgData name="Yan Han WONG" userId="f39f675c-0c0c-419a-bfc0-89173dce6c4b" providerId="ADAL" clId="{254195CD-A7B3-4940-87E5-245295E99F6D}" dt="2026-10-04T05:36:26.234" v="523" actId="20577"/>
          <ac:spMkLst>
            <pc:docMk/>
            <pc:sldMk cId="1656399167" sldId="1086"/>
            <ac:spMk id="10" creationId="{823AADC2-02DF-5232-0846-07C788148F2E}"/>
          </ac:spMkLst>
        </pc:spChg>
        <pc:graphicFrameChg chg="mod modGraphic">
          <ac:chgData name="Yan Han WONG" userId="f39f675c-0c0c-419a-bfc0-89173dce6c4b" providerId="ADAL" clId="{254195CD-A7B3-4940-87E5-245295E99F6D}" dt="2026-10-04T05:33:26.787" v="519" actId="20577"/>
          <ac:graphicFrameMkLst>
            <pc:docMk/>
            <pc:sldMk cId="1656399167" sldId="1086"/>
            <ac:graphicFrameMk id="6" creationId="{C60E3D03-6825-6370-C382-5C75BEA718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It’s what you make it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Facilities </a:t>
            </a:r>
            <a:br>
              <a:rPr lang="en-US" dirty="0"/>
            </a:br>
            <a:r>
              <a:rPr lang="en-US" dirty="0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empowers you to </a:t>
            </a:r>
            <a:br>
              <a:rPr lang="en-US" dirty="0"/>
            </a:br>
            <a:r>
              <a:rPr lang="en-US" dirty="0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24A5-3D23-8BBA-6CB3-CD6AEA7F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313" y="1567875"/>
            <a:ext cx="7152861" cy="865622"/>
          </a:xfrm>
        </p:spPr>
        <p:txBody>
          <a:bodyPr/>
          <a:lstStyle/>
          <a:p>
            <a:r>
              <a:rPr lang="en-AU" dirty="0"/>
              <a:t>Weekly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5B56E-4C76-CF70-53A9-BF29CCE8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9" y="2910686"/>
            <a:ext cx="7152861" cy="804707"/>
          </a:xfrm>
        </p:spPr>
        <p:txBody>
          <a:bodyPr/>
          <a:lstStyle/>
          <a:p>
            <a:r>
              <a:rPr lang="en-MY" dirty="0"/>
              <a:t>Intrusion Detection System (IDS) for Campus Networks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D744A-4398-0634-F882-EFEEDDEAF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2451350"/>
            <a:ext cx="3774371" cy="459336"/>
          </a:xfrm>
        </p:spPr>
        <p:txBody>
          <a:bodyPr>
            <a:normAutofit/>
          </a:bodyPr>
          <a:lstStyle/>
          <a:p>
            <a:r>
              <a:rPr lang="en-AU" sz="2000" dirty="0"/>
              <a:t>Week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2FE8C-D022-8A30-1403-15B3600881B6}"/>
              </a:ext>
            </a:extLst>
          </p:cNvPr>
          <p:cNvSpPr txBox="1"/>
          <p:nvPr/>
        </p:nvSpPr>
        <p:spPr>
          <a:xfrm>
            <a:off x="718929" y="4326193"/>
            <a:ext cx="41466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Jane Yan Zhen YU	</a:t>
            </a:r>
            <a:r>
              <a:rPr lang="en-US" dirty="0"/>
              <a:t>104395810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Yan Han WONG	104392138</a:t>
            </a:r>
            <a:endParaRPr lang="en-MY" dirty="0">
              <a:ea typeface="Open Sans Light"/>
              <a:cs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>
                <a:ea typeface="Open Sans Light"/>
                <a:cs typeface="Open Sans Light"/>
              </a:rPr>
              <a:t>Bruce Gee Yick WONG   104401843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>
                <a:ea typeface="Open Sans Light"/>
                <a:cs typeface="Open Sans Light"/>
              </a:rPr>
              <a:t>Neville Zi Yang		104400992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6978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B8A-2200-257C-BEB1-5F8B8596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3" y="78735"/>
            <a:ext cx="9687755" cy="584775"/>
          </a:xfrm>
        </p:spPr>
        <p:txBody>
          <a:bodyPr/>
          <a:lstStyle/>
          <a:p>
            <a:r>
              <a:rPr lang="en-AU" dirty="0"/>
              <a:t>Work Log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05047-E32A-E5DE-2232-C8207F316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C11508-3D58-0D07-4EBA-59F27BCD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144918"/>
              </p:ext>
            </p:extLst>
          </p:nvPr>
        </p:nvGraphicFramePr>
        <p:xfrm>
          <a:off x="542043" y="963765"/>
          <a:ext cx="9978085" cy="3977560"/>
        </p:xfrm>
        <a:graphic>
          <a:graphicData uri="http://schemas.openxmlformats.org/drawingml/2006/table">
            <a:tbl>
              <a:tblPr firstRow="1" firstCol="1" bandRow="1"/>
              <a:tblGrid>
                <a:gridCol w="2639306">
                  <a:extLst>
                    <a:ext uri="{9D8B030D-6E8A-4147-A177-3AD203B41FA5}">
                      <a16:colId xmlns:a16="http://schemas.microsoft.com/office/drawing/2014/main" val="1470167941"/>
                    </a:ext>
                  </a:extLst>
                </a:gridCol>
                <a:gridCol w="1941157">
                  <a:extLst>
                    <a:ext uri="{9D8B030D-6E8A-4147-A177-3AD203B41FA5}">
                      <a16:colId xmlns:a16="http://schemas.microsoft.com/office/drawing/2014/main" val="1091767670"/>
                    </a:ext>
                  </a:extLst>
                </a:gridCol>
                <a:gridCol w="961423">
                  <a:extLst>
                    <a:ext uri="{9D8B030D-6E8A-4147-A177-3AD203B41FA5}">
                      <a16:colId xmlns:a16="http://schemas.microsoft.com/office/drawing/2014/main" val="1258454611"/>
                    </a:ext>
                  </a:extLst>
                </a:gridCol>
                <a:gridCol w="2546416">
                  <a:extLst>
                    <a:ext uri="{9D8B030D-6E8A-4147-A177-3AD203B41FA5}">
                      <a16:colId xmlns:a16="http://schemas.microsoft.com/office/drawing/2014/main" val="2206643225"/>
                    </a:ext>
                  </a:extLst>
                </a:gridCol>
                <a:gridCol w="1889783">
                  <a:extLst>
                    <a:ext uri="{9D8B030D-6E8A-4147-A177-3AD203B41FA5}">
                      <a16:colId xmlns:a16="http://schemas.microsoft.com/office/drawing/2014/main" val="3842077632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 NOTES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11956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Specification Report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Finalize and submit the first major project report.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Successfully compiled all sections, formatted the report, and submitted it on time.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06060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Creating User Personas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zh-CN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</a:t>
                      </a: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eryone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Define target user persona (e.g., Campus Network Admin) to guide dashboard UI/UX design.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Drafted initial personas; preparing to present and discuss with the team in next week's meeting.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83431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Capture Engine Setup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Configure Suricata on Windows to capture live network traffic and output EVE JSON flow records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Successfully installed Suricata with </a:t>
                      </a:r>
                      <a:r>
                        <a:rPr lang="en-MY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Npcap</a:t>
                      </a: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Verified that flow logs are correctly generated using basic ping tests.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340708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SPENT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 </a:t>
                      </a:r>
                      <a:r>
                        <a:rPr lang="en-US" altLang="zh-C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hours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24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015-33C6-E8DA-F5A0-ECC8FDD4D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Plan and Reflection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E3D03-6825-6370-C382-5C75BEA71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87582"/>
              </p:ext>
            </p:extLst>
          </p:nvPr>
        </p:nvGraphicFramePr>
        <p:xfrm>
          <a:off x="589806" y="1180624"/>
          <a:ext cx="7730327" cy="1244092"/>
        </p:xfrm>
        <a:graphic>
          <a:graphicData uri="http://schemas.openxmlformats.org/drawingml/2006/table">
            <a:tbl>
              <a:tblPr firstRow="1" firstCol="1" bandRow="1"/>
              <a:tblGrid>
                <a:gridCol w="4226549">
                  <a:extLst>
                    <a:ext uri="{9D8B030D-6E8A-4147-A177-3AD203B41FA5}">
                      <a16:colId xmlns:a16="http://schemas.microsoft.com/office/drawing/2014/main" val="3775577976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812477094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036796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 PLANNED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COMPLETION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TO</a:t>
                      </a: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Finalize Suricata flow pipeline (Milestone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4466"/>
                  </a:ext>
                </a:extLst>
              </a:tr>
              <a:tr h="124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 Feature Extractor (EVE JSON to CSV)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Week 7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 &amp; Bruce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342321"/>
                  </a:ext>
                </a:extLst>
              </a:tr>
              <a:tr h="227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Prototype real-time WebSocket dashboard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 8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Neville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680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5DDE4F-D94E-B8C6-E605-5C267094C014}"/>
              </a:ext>
            </a:extLst>
          </p:cNvPr>
          <p:cNvSpPr txBox="1"/>
          <p:nvPr/>
        </p:nvSpPr>
        <p:spPr>
          <a:xfrm>
            <a:off x="430280" y="25706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Summary/weekly reflection for Week 5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AADC2-02DF-5232-0846-07C788148F2E}"/>
              </a:ext>
            </a:extLst>
          </p:cNvPr>
          <p:cNvSpPr txBox="1"/>
          <p:nvPr/>
        </p:nvSpPr>
        <p:spPr>
          <a:xfrm>
            <a:off x="463057" y="2939970"/>
            <a:ext cx="7857076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MY" sz="1200" b="1" dirty="0"/>
              <a:t>key milestones achieved:</a:t>
            </a:r>
          </a:p>
          <a:p>
            <a:pPr>
              <a:spcAft>
                <a:spcPts val="800"/>
              </a:spcAft>
              <a:defRPr/>
            </a:pP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successfully installed and configured Suricata on our test environment. We managed to capture live local network traffic and confirmed that the EVE JSON logs correctly record flow-level details.</a:t>
            </a:r>
            <a:r>
              <a:rPr lang="zh-CN" altLang="en-US" sz="1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Specification Report was also submitted successfully.</a:t>
            </a:r>
          </a:p>
          <a:p>
            <a:pPr>
              <a:spcAft>
                <a:spcPts val="800"/>
              </a:spcAft>
              <a:defRPr/>
            </a:pPr>
            <a:endParaRPr lang="en-MY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/>
            </a:pPr>
            <a:r>
              <a:rPr lang="en-MY" sz="1200" b="1" dirty="0"/>
              <a:t>any interesting things learned:</a:t>
            </a:r>
            <a:br>
              <a:rPr lang="en-MY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learned that configuring Suricata on Windows requires specific </a:t>
            </a:r>
            <a:r>
              <a:rPr lang="en-MY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Npcap</a:t>
            </a: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settings. We also realized that Suricata handles the complex flow tracking for us, which validates our decision to use it as our capture layer instead of building a custom </a:t>
            </a:r>
            <a:r>
              <a:rPr lang="en-MY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Scapy</a:t>
            </a: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script from scratch.</a:t>
            </a:r>
          </a:p>
          <a:p>
            <a:pPr>
              <a:spcAft>
                <a:spcPts val="800"/>
              </a:spcAft>
              <a:defRPr/>
            </a:pPr>
            <a:endParaRPr lang="en-MY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/>
            </a:pPr>
            <a:r>
              <a:rPr lang="en-MY" sz="1200" b="1" dirty="0"/>
              <a:t>issues/problems:</a:t>
            </a:r>
            <a:br>
              <a:rPr lang="en-MY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faced some initial issues with capturing loopback (127.0.0.1) traffic on Windows due to </a:t>
            </a:r>
            <a:r>
              <a:rPr lang="en-MY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Npcap</a:t>
            </a: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limitations. We resolved this by focusing our capture scope on local LAN IP traffic. Our next challenge is to build a reliable Python script to parse the large </a:t>
            </a:r>
            <a:r>
              <a:rPr lang="en-MY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eve.json</a:t>
            </a:r>
            <a:r>
              <a:rPr lang="en-MY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 into numerical features for our machine learning model.</a:t>
            </a:r>
          </a:p>
        </p:txBody>
      </p:sp>
    </p:spTree>
    <p:extLst>
      <p:ext uri="{BB962C8B-B14F-4D97-AF65-F5344CB8AC3E}">
        <p14:creationId xmlns:p14="http://schemas.microsoft.com/office/powerpoint/2010/main" val="1656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07A6AA-7CA7-DF4C-9384-59300577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9234FB1-A24C-79E1-5320-C2CFAD7AFFCE}"/>
              </a:ext>
            </a:extLst>
          </p:cNvPr>
          <p:cNvSpPr txBox="1">
            <a:spLocks/>
          </p:cNvSpPr>
          <p:nvPr/>
        </p:nvSpPr>
        <p:spPr>
          <a:xfrm>
            <a:off x="718929" y="5826711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dirty="0">
                <a:solidFill>
                  <a:schemeClr val="tx1"/>
                </a:solidFill>
              </a:rPr>
              <a:t>Sunday 4 O</a:t>
            </a:r>
            <a:r>
              <a:rPr lang="en-US" altLang="zh-CN" dirty="0" err="1">
                <a:solidFill>
                  <a:schemeClr val="tx1"/>
                </a:solidFill>
              </a:rPr>
              <a:t>cto</a:t>
            </a:r>
            <a:r>
              <a:rPr lang="en-MY" dirty="0" err="1">
                <a:solidFill>
                  <a:schemeClr val="tx1"/>
                </a:solidFill>
              </a:rPr>
              <a:t>ber</a:t>
            </a:r>
            <a:r>
              <a:rPr lang="en-MY" dirty="0">
                <a:solidFill>
                  <a:schemeClr val="tx1"/>
                </a:solidFill>
              </a:rPr>
              <a:t> 2026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F3FCA19-A236-604E-9B34-67AF60A21509}"/>
              </a:ext>
            </a:extLst>
          </p:cNvPr>
          <p:cNvSpPr txBox="1">
            <a:spLocks/>
          </p:cNvSpPr>
          <p:nvPr/>
        </p:nvSpPr>
        <p:spPr>
          <a:xfrm>
            <a:off x="718929" y="4114378"/>
            <a:ext cx="3497815" cy="1854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1600" dirty="0"/>
              <a:t>P</a:t>
            </a:r>
            <a:r>
              <a:rPr lang="en-US" altLang="zh-CN" sz="1600" dirty="0"/>
              <a:t>resented by: </a:t>
            </a:r>
          </a:p>
          <a:p>
            <a:r>
              <a:rPr lang="en-US" altLang="zh-CN" dirty="0"/>
              <a:t>Jane Yan Zhen YU</a:t>
            </a:r>
          </a:p>
          <a:p>
            <a:r>
              <a:rPr lang="en-US" dirty="0"/>
              <a:t>Yan Han WONG</a:t>
            </a:r>
          </a:p>
          <a:p>
            <a:r>
              <a:rPr lang="en-US" dirty="0"/>
              <a:t>Bruce Gee Yick WONG</a:t>
            </a:r>
          </a:p>
          <a:p>
            <a:r>
              <a:rPr lang="en-US" dirty="0"/>
              <a:t>Neville Zi Yang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160642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8B5A9C-D132-4FCF-951F-362122C708F1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6db94942-8a34-4a30-a8e6-78b89cf29212"/>
    <ds:schemaRef ds:uri="http://purl.org/dc/terms/"/>
    <ds:schemaRef ds:uri="32a27114-0f9b-470d-a484-01f5ccaf5a0e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64B8229-934D-4FDB-94FE-E9083E54B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94942-8a34-4a30-a8e6-78b89cf29212"/>
    <ds:schemaRef ds:uri="32a27114-0f9b-470d-a484-01f5ccaf5a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1323</TotalTime>
  <Words>406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Barlow SemiBold</vt:lpstr>
      <vt:lpstr>Arial</vt:lpstr>
      <vt:lpstr>Open Sans Light</vt:lpstr>
      <vt:lpstr>Open Sans Semibold</vt:lpstr>
      <vt:lpstr>Calibri</vt:lpstr>
      <vt:lpstr>Barlow Light</vt:lpstr>
      <vt:lpstr>Swinburne</vt:lpstr>
      <vt:lpstr>Weekly Status Report</vt:lpstr>
      <vt:lpstr>Work Log</vt:lpstr>
      <vt:lpstr>Plan and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Jane Yan Zhen YU</cp:lastModifiedBy>
  <cp:revision>148</cp:revision>
  <dcterms:created xsi:type="dcterms:W3CDTF">2021-04-21T06:12:21Z</dcterms:created>
  <dcterms:modified xsi:type="dcterms:W3CDTF">2026-10-04T06:27:45Z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  <property fmtid="{D5CDD505-2E9C-101B-9397-08002B2CF9AE}" pid="3" name="MSIP_Label_b63ccca9-c1ef-42e5-8b5f-ba262db88ee1_Enabled">
    <vt:lpwstr>true</vt:lpwstr>
  </property>
  <property fmtid="{D5CDD505-2E9C-101B-9397-08002B2CF9AE}" pid="4" name="MSIP_Label_b63ccca9-c1ef-42e5-8b5f-ba262db88ee1_SetDate">
    <vt:lpwstr>2024-09-01T06:38:26Z</vt:lpwstr>
  </property>
  <property fmtid="{D5CDD505-2E9C-101B-9397-08002B2CF9AE}" pid="5" name="MSIP_Label_b63ccca9-c1ef-42e5-8b5f-ba262db88ee1_Method">
    <vt:lpwstr>Standard</vt:lpwstr>
  </property>
  <property fmtid="{D5CDD505-2E9C-101B-9397-08002B2CF9AE}" pid="6" name="MSIP_Label_b63ccca9-c1ef-42e5-8b5f-ba262db88ee1_Name">
    <vt:lpwstr>Public</vt:lpwstr>
  </property>
  <property fmtid="{D5CDD505-2E9C-101B-9397-08002B2CF9AE}" pid="7" name="MSIP_Label_b63ccca9-c1ef-42e5-8b5f-ba262db88ee1_SiteId">
    <vt:lpwstr>3f639a9b-27c8-4403-82b1-ebfb88052d15</vt:lpwstr>
  </property>
  <property fmtid="{D5CDD505-2E9C-101B-9397-08002B2CF9AE}" pid="8" name="MSIP_Label_b63ccca9-c1ef-42e5-8b5f-ba262db88ee1_ActionId">
    <vt:lpwstr>6db55b0e-04b6-4663-9640-656829f69fcb</vt:lpwstr>
  </property>
  <property fmtid="{D5CDD505-2E9C-101B-9397-08002B2CF9AE}" pid="9" name="MSIP_Label_b63ccca9-c1ef-42e5-8b5f-ba262db88ee1_ContentBits">
    <vt:lpwstr>0</vt:lpwstr>
  </property>
</Properties>
</file>