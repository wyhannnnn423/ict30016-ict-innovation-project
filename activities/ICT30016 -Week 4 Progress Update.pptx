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1084" r:id="rId5"/>
    <p:sldId id="1085" r:id="rId6"/>
    <p:sldId id="1086" r:id="rId7"/>
    <p:sldId id="259" r:id="rId8"/>
  </p:sldIdLst>
  <p:sldSz cx="12192000" cy="6858000"/>
  <p:notesSz cx="6858000" cy="9144000"/>
  <p:embeddedFontLst>
    <p:embeddedFont>
      <p:font typeface="Barlow Light" panose="00000400000000000000" pitchFamily="2" charset="0"/>
      <p:regular r:id="rId11"/>
      <p: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italic r:id="rId18"/>
    </p:embeddedFont>
    <p:embeddedFont>
      <p:font typeface="Open Sans Semibold" panose="020B07060308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  <a:srgbClr val="FC6464"/>
    <a:srgbClr val="FF66CC"/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4B1B3-2C8A-45DE-9386-C69358367974}" v="550" dt="2026-09-27T05:53:10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Han WONG" userId="f39f675c-0c0c-419a-bfc0-89173dce6c4b" providerId="ADAL" clId="{254195CD-A7B3-4940-87E5-245295E99F6D}"/>
    <pc:docChg chg="undo custSel modSld">
      <pc:chgData name="Yan Han WONG" userId="f39f675c-0c0c-419a-bfc0-89173dce6c4b" providerId="ADAL" clId="{254195CD-A7B3-4940-87E5-245295E99F6D}" dt="2026-09-27T05:53:10.748" v="673" actId="207"/>
      <pc:docMkLst>
        <pc:docMk/>
      </pc:docMkLst>
      <pc:sldChg chg="addSp delSp modSp mod">
        <pc:chgData name="Yan Han WONG" userId="f39f675c-0c0c-419a-bfc0-89173dce6c4b" providerId="ADAL" clId="{254195CD-A7B3-4940-87E5-245295E99F6D}" dt="2026-09-23T02:17:34.487" v="19" actId="20577"/>
        <pc:sldMkLst>
          <pc:docMk/>
          <pc:sldMk cId="51606423" sldId="259"/>
        </pc:sldMkLst>
        <pc:spChg chg="mod">
          <ac:chgData name="Yan Han WONG" userId="f39f675c-0c0c-419a-bfc0-89173dce6c4b" providerId="ADAL" clId="{254195CD-A7B3-4940-87E5-245295E99F6D}" dt="2026-09-23T02:17:34.487" v="19" actId="20577"/>
          <ac:spMkLst>
            <pc:docMk/>
            <pc:sldMk cId="51606423" sldId="259"/>
            <ac:spMk id="3" creationId="{E1AB57A4-FBEB-6DA0-25D8-6AD5E6F5E14F}"/>
          </ac:spMkLst>
        </pc:spChg>
        <pc:spChg chg="add mod">
          <ac:chgData name="Yan Han WONG" userId="f39f675c-0c0c-419a-bfc0-89173dce6c4b" providerId="ADAL" clId="{254195CD-A7B3-4940-87E5-245295E99F6D}" dt="2026-09-23T02:17:09.077" v="13"/>
          <ac:spMkLst>
            <pc:docMk/>
            <pc:sldMk cId="51606423" sldId="259"/>
            <ac:spMk id="8" creationId="{037DE2F5-2840-836D-D20E-282F8B68D18A}"/>
          </ac:spMkLst>
        </pc:spChg>
      </pc:sldChg>
      <pc:sldChg chg="modSp mod">
        <pc:chgData name="Yan Han WONG" userId="f39f675c-0c0c-419a-bfc0-89173dce6c4b" providerId="ADAL" clId="{254195CD-A7B3-4940-87E5-245295E99F6D}" dt="2026-09-23T02:16:35.760" v="3" actId="20577"/>
        <pc:sldMkLst>
          <pc:docMk/>
          <pc:sldMk cId="3869781376" sldId="1084"/>
        </pc:sldMkLst>
        <pc:spChg chg="mod">
          <ac:chgData name="Yan Han WONG" userId="f39f675c-0c0c-419a-bfc0-89173dce6c4b" providerId="ADAL" clId="{254195CD-A7B3-4940-87E5-245295E99F6D}" dt="2026-09-23T02:16:33.093" v="1"/>
          <ac:spMkLst>
            <pc:docMk/>
            <pc:sldMk cId="3869781376" sldId="1084"/>
            <ac:spMk id="3" creationId="{8D85B56E-4C76-CF70-53A9-BF29CCE82A06}"/>
          </ac:spMkLst>
        </pc:spChg>
        <pc:spChg chg="mod">
          <ac:chgData name="Yan Han WONG" userId="f39f675c-0c0c-419a-bfc0-89173dce6c4b" providerId="ADAL" clId="{254195CD-A7B3-4940-87E5-245295E99F6D}" dt="2026-09-23T02:16:35.760" v="3" actId="20577"/>
          <ac:spMkLst>
            <pc:docMk/>
            <pc:sldMk cId="3869781376" sldId="1084"/>
            <ac:spMk id="5" creationId="{0F0D744A-4398-0634-F882-EFEEDDEAFEF4}"/>
          </ac:spMkLst>
        </pc:spChg>
        <pc:spChg chg="mod">
          <ac:chgData name="Yan Han WONG" userId="f39f675c-0c0c-419a-bfc0-89173dce6c4b" providerId="ADAL" clId="{254195CD-A7B3-4940-87E5-245295E99F6D}" dt="2026-09-23T02:16:27.337" v="0"/>
          <ac:spMkLst>
            <pc:docMk/>
            <pc:sldMk cId="3869781376" sldId="1084"/>
            <ac:spMk id="10" creationId="{CE32FE8C-D022-8A30-1403-15B3600881B6}"/>
          </ac:spMkLst>
        </pc:spChg>
      </pc:sldChg>
      <pc:sldChg chg="delSp modSp mod">
        <pc:chgData name="Yan Han WONG" userId="f39f675c-0c0c-419a-bfc0-89173dce6c4b" providerId="ADAL" clId="{254195CD-A7B3-4940-87E5-245295E99F6D}" dt="2026-09-27T05:53:10.748" v="673" actId="207"/>
        <pc:sldMkLst>
          <pc:docMk/>
          <pc:sldMk cId="3026245705" sldId="1085"/>
        </pc:sldMkLst>
        <pc:graphicFrameChg chg="mod modGraphic">
          <ac:chgData name="Yan Han WONG" userId="f39f675c-0c0c-419a-bfc0-89173dce6c4b" providerId="ADAL" clId="{254195CD-A7B3-4940-87E5-245295E99F6D}" dt="2026-09-27T05:53:10.748" v="673" actId="207"/>
          <ac:graphicFrameMkLst>
            <pc:docMk/>
            <pc:sldMk cId="3026245705" sldId="1085"/>
            <ac:graphicFrameMk id="6" creationId="{38C11508-3D58-0D07-4EBA-59F27BCDF2B1}"/>
          </ac:graphicFrameMkLst>
        </pc:graphicFrameChg>
      </pc:sldChg>
      <pc:sldChg chg="delSp modSp mod">
        <pc:chgData name="Yan Han WONG" userId="f39f675c-0c0c-419a-bfc0-89173dce6c4b" providerId="ADAL" clId="{254195CD-A7B3-4940-87E5-245295E99F6D}" dt="2026-09-27T05:52:05.395" v="667" actId="20577"/>
        <pc:sldMkLst>
          <pc:docMk/>
          <pc:sldMk cId="1656399167" sldId="1086"/>
        </pc:sldMkLst>
        <pc:spChg chg="mod">
          <ac:chgData name="Yan Han WONG" userId="f39f675c-0c0c-419a-bfc0-89173dce6c4b" providerId="ADAL" clId="{254195CD-A7B3-4940-87E5-245295E99F6D}" dt="2026-09-27T05:50:58.589" v="644" actId="1076"/>
          <ac:spMkLst>
            <pc:docMk/>
            <pc:sldMk cId="1656399167" sldId="1086"/>
            <ac:spMk id="8" creationId="{3A5DDE4F-D94E-B8C6-E605-5C267094C014}"/>
          </ac:spMkLst>
        </pc:spChg>
        <pc:spChg chg="mod">
          <ac:chgData name="Yan Han WONG" userId="f39f675c-0c0c-419a-bfc0-89173dce6c4b" providerId="ADAL" clId="{254195CD-A7B3-4940-87E5-245295E99F6D}" dt="2026-09-27T05:51:46.460" v="664"/>
          <ac:spMkLst>
            <pc:docMk/>
            <pc:sldMk cId="1656399167" sldId="1086"/>
            <ac:spMk id="10" creationId="{823AADC2-02DF-5232-0846-07C788148F2E}"/>
          </ac:spMkLst>
        </pc:spChg>
        <pc:graphicFrameChg chg="mod modGraphic">
          <ac:chgData name="Yan Han WONG" userId="f39f675c-0c0c-419a-bfc0-89173dce6c4b" providerId="ADAL" clId="{254195CD-A7B3-4940-87E5-245295E99F6D}" dt="2026-09-27T05:52:05.395" v="667" actId="20577"/>
          <ac:graphicFrameMkLst>
            <pc:docMk/>
            <pc:sldMk cId="1656399167" sldId="1086"/>
            <ac:graphicFrameMk id="6" creationId="{C60E3D03-6825-6370-C382-5C75BEA7182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It’s what you make it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Facilities </a:t>
            </a:r>
            <a:br>
              <a:rPr lang="en-US"/>
            </a:br>
            <a:r>
              <a:rPr lang="en-US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Swinburne empowers you to </a:t>
            </a:r>
            <a:br>
              <a:rPr lang="en-US"/>
            </a:br>
            <a:r>
              <a:rPr lang="en-US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24A5-3D23-8BBA-6CB3-CD6AEA7F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313" y="1567875"/>
            <a:ext cx="7152861" cy="865622"/>
          </a:xfrm>
        </p:spPr>
        <p:txBody>
          <a:bodyPr/>
          <a:lstStyle/>
          <a:p>
            <a:r>
              <a:rPr lang="en-AU"/>
              <a:t>Weekly Status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5B56E-4C76-CF70-53A9-BF29CCE8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929" y="2910686"/>
            <a:ext cx="7152861" cy="804707"/>
          </a:xfrm>
        </p:spPr>
        <p:txBody>
          <a:bodyPr/>
          <a:lstStyle/>
          <a:p>
            <a:r>
              <a:rPr lang="en-MY"/>
              <a:t>Intrusion Detection System (IDS) for Campus Networks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D744A-4398-0634-F882-EFEEDDEAF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9" y="2451350"/>
            <a:ext cx="3774371" cy="459336"/>
          </a:xfrm>
        </p:spPr>
        <p:txBody>
          <a:bodyPr>
            <a:normAutofit/>
          </a:bodyPr>
          <a:lstStyle/>
          <a:p>
            <a:r>
              <a:rPr lang="en-AU" sz="2000"/>
              <a:t>Week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2FE8C-D022-8A30-1403-15B3600881B6}"/>
              </a:ext>
            </a:extLst>
          </p:cNvPr>
          <p:cNvSpPr txBox="1"/>
          <p:nvPr/>
        </p:nvSpPr>
        <p:spPr>
          <a:xfrm>
            <a:off x="718929" y="4326193"/>
            <a:ext cx="41466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/>
              <a:t>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/>
              <a:t>Jane Yan Zhen YU	</a:t>
            </a:r>
            <a:r>
              <a:rPr lang="en-US"/>
              <a:t>104395810</a:t>
            </a:r>
            <a:endParaRPr lang="en-MY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/>
              <a:t>Yan Han WONG	104392138</a:t>
            </a:r>
            <a:endParaRPr lang="en-MY">
              <a:ea typeface="Open Sans Light"/>
              <a:cs typeface="Open Sans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>
                <a:ea typeface="Open Sans Light"/>
                <a:cs typeface="Open Sans Light"/>
              </a:rPr>
              <a:t>Bruce Gee Yick WONG   104401843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>
                <a:ea typeface="Open Sans Light"/>
                <a:cs typeface="Open Sans Light"/>
              </a:rPr>
              <a:t>Neville Zi Yang		104400992</a:t>
            </a:r>
          </a:p>
        </p:txBody>
      </p:sp>
    </p:spTree>
    <p:extLst>
      <p:ext uri="{BB962C8B-B14F-4D97-AF65-F5344CB8AC3E}">
        <p14:creationId xmlns:p14="http://schemas.microsoft.com/office/powerpoint/2010/main" val="386978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B8A-2200-257C-BEB1-5F8B8596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43" y="78735"/>
            <a:ext cx="9687755" cy="584775"/>
          </a:xfrm>
        </p:spPr>
        <p:txBody>
          <a:bodyPr/>
          <a:lstStyle/>
          <a:p>
            <a:r>
              <a:rPr lang="en-AU"/>
              <a:t>Work Log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C11508-3D58-0D07-4EBA-59F27BCD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115358"/>
              </p:ext>
            </p:extLst>
          </p:nvPr>
        </p:nvGraphicFramePr>
        <p:xfrm>
          <a:off x="542043" y="963765"/>
          <a:ext cx="9553977" cy="398907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215198">
                  <a:extLst>
                    <a:ext uri="{9D8B030D-6E8A-4147-A177-3AD203B41FA5}">
                      <a16:colId xmlns:a16="http://schemas.microsoft.com/office/drawing/2014/main" val="1470167941"/>
                    </a:ext>
                  </a:extLst>
                </a:gridCol>
                <a:gridCol w="1924805">
                  <a:extLst>
                    <a:ext uri="{9D8B030D-6E8A-4147-A177-3AD203B41FA5}">
                      <a16:colId xmlns:a16="http://schemas.microsoft.com/office/drawing/2014/main" val="1091767670"/>
                    </a:ext>
                  </a:extLst>
                </a:gridCol>
                <a:gridCol w="977775">
                  <a:extLst>
                    <a:ext uri="{9D8B030D-6E8A-4147-A177-3AD203B41FA5}">
                      <a16:colId xmlns:a16="http://schemas.microsoft.com/office/drawing/2014/main" val="1258454611"/>
                    </a:ext>
                  </a:extLst>
                </a:gridCol>
                <a:gridCol w="2645979">
                  <a:extLst>
                    <a:ext uri="{9D8B030D-6E8A-4147-A177-3AD203B41FA5}">
                      <a16:colId xmlns:a16="http://schemas.microsoft.com/office/drawing/2014/main" val="2206643225"/>
                    </a:ext>
                  </a:extLst>
                </a:gridCol>
                <a:gridCol w="1790220">
                  <a:extLst>
                    <a:ext uri="{9D8B030D-6E8A-4147-A177-3AD203B41FA5}">
                      <a16:colId xmlns:a16="http://schemas.microsoft.com/office/drawing/2014/main" val="3842077632"/>
                    </a:ext>
                  </a:extLst>
                </a:gridCol>
              </a:tblGrid>
              <a:tr h="7934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</a:rPr>
                        <a:t>TASKS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100" b="1">
                          <a:effectLst/>
                        </a:rPr>
                        <a:t>ASSIGNED T0</a:t>
                      </a:r>
                      <a:endParaRPr lang="en-AU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</a:rPr>
                        <a:t>STATUS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</a:rPr>
                        <a:t>OBJECTIVE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</a:rPr>
                        <a:t>STATUS NOTES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811956"/>
                  </a:ext>
                </a:extLst>
              </a:tr>
              <a:tr h="8049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Project Management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Enabling practical project management skills to select appropriate methodologies and develop a structured project plan.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Finalized a hybrid methodology combining Waterfall and Agile approaches.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22909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Risk Mitigation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On Track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Formulate contingency plans and proactive strategies for identified project bottlenecks.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Successfully identified and mapped out potential project bottlenecks.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504891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Project Specification and Problem Identification Analysis Report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On Track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 project scope, establish clear requirements, and explicitly analyse core system problems.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Finalized the comprehensive draft for the Project Specification &amp; Problem Identification Report.</a:t>
                      </a:r>
                      <a:endParaRPr lang="en-AU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781417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</a:rPr>
                        <a:t>TIME SPENT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100">
                          <a:effectLst/>
                        </a:rPr>
                        <a:t>6 hours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0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24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F015-33C6-E8DA-F5A0-ECC8FDD4D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Plan and Reflection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E3D03-6825-6370-C382-5C75BEA71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752324"/>
              </p:ext>
            </p:extLst>
          </p:nvPr>
        </p:nvGraphicFramePr>
        <p:xfrm>
          <a:off x="589806" y="1191827"/>
          <a:ext cx="7730327" cy="1853692"/>
        </p:xfrm>
        <a:graphic>
          <a:graphicData uri="http://schemas.openxmlformats.org/drawingml/2006/table">
            <a:tbl>
              <a:tblPr firstRow="1" firstCol="1" bandRow="1"/>
              <a:tblGrid>
                <a:gridCol w="4226549">
                  <a:extLst>
                    <a:ext uri="{9D8B030D-6E8A-4147-A177-3AD203B41FA5}">
                      <a16:colId xmlns:a16="http://schemas.microsoft.com/office/drawing/2014/main" val="3775577976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812477094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036796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 PLANNED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COMPLETION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TO</a:t>
                      </a:r>
                      <a:endParaRPr kumimoji="0" lang="en-AU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1272"/>
                  </a:ext>
                </a:extLst>
              </a:tr>
              <a:tr h="723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>
                          <a:latin typeface="+mn-lt"/>
                        </a:rPr>
                        <a:t>Finalize the project Risk Matrix, prioritizing critical project risks.</a:t>
                      </a:r>
                      <a:endParaRPr lang="en-AU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MY" sz="1100">
                          <a:latin typeface="+mn-lt"/>
                        </a:rPr>
                        <a:t>Week 5</a:t>
                      </a:r>
                      <a:endParaRPr lang="en-AU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Everyone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64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/>
                        <a:t>Configure Suricata EVE JSON engine and set up telemetry streaming pipelines.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MY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Week 5</a:t>
                      </a:r>
                      <a:endParaRPr lang="en-AU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Everyone</a:t>
                      </a:r>
                      <a:endParaRPr lang="en-AU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268069"/>
                  </a:ext>
                </a:extLst>
              </a:tr>
              <a:tr h="1561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/>
                        <a:t>Train the baseline Isolation Forest model for anomaly detection.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MY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Week 5</a:t>
                      </a:r>
                      <a:endParaRPr lang="en-AU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Everyone</a:t>
                      </a:r>
                      <a:endParaRPr lang="en-AU" sz="11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1263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5DDE4F-D94E-B8C6-E605-5C267094C014}"/>
              </a:ext>
            </a:extLst>
          </p:cNvPr>
          <p:cNvSpPr txBox="1"/>
          <p:nvPr/>
        </p:nvSpPr>
        <p:spPr>
          <a:xfrm>
            <a:off x="430280" y="314123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Summary/weekly reflection for Week 5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AADC2-02DF-5232-0846-07C788148F2E}"/>
              </a:ext>
            </a:extLst>
          </p:cNvPr>
          <p:cNvSpPr txBox="1"/>
          <p:nvPr/>
        </p:nvSpPr>
        <p:spPr>
          <a:xfrm>
            <a:off x="430280" y="3606285"/>
            <a:ext cx="7857076" cy="36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AU" sz="12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milestones achieved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MY" sz="1200"/>
              <a:t>Successfully formulated the Work Breakdown Structure and a comprehensive high-level roadmap (Weeks 1-12) tailored to our chosen Hybrid methodology.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2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-any interesting things learned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MY" sz="1200"/>
              <a:t>Discovered that a Hybrid approach effectively balances rigid academic deadlines with the flexible, iterative cycles required for ML prototyping and UI tuning.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2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2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-Issues/problems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MY" sz="1200"/>
              <a:t>Suricata telemetry streaming vs. Raw sniffing: Initially planned to write raw packet capture from scratch, which posed driver stability risks. Resolved by adopting Suricata‘s built-in EVE JSON engine as the foundation, allowing the team to focus development on our AI innovation layer (Isolation Forest anomaly detection</a:t>
            </a:r>
            <a:r>
              <a:rPr lang="en-US" sz="1200"/>
              <a:t>).</a:t>
            </a:r>
            <a:endParaRPr lang="en-AU" sz="1200" i="1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AU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07A6AA-7CA7-DF4C-9384-59300577B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B57A4-FBEB-6DA0-25D8-6AD5E6F5E1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9" y="5826711"/>
            <a:ext cx="3497815" cy="284578"/>
          </a:xfrm>
        </p:spPr>
        <p:txBody>
          <a:bodyPr/>
          <a:lstStyle/>
          <a:p>
            <a:r>
              <a:rPr lang="en-MY">
                <a:solidFill>
                  <a:schemeClr val="tx1"/>
                </a:solidFill>
              </a:rPr>
              <a:t>Sunday 27 September 2026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037DE2F5-2840-836D-D20E-282F8B68D18A}"/>
              </a:ext>
            </a:extLst>
          </p:cNvPr>
          <p:cNvSpPr txBox="1">
            <a:spLocks/>
          </p:cNvSpPr>
          <p:nvPr/>
        </p:nvSpPr>
        <p:spPr>
          <a:xfrm>
            <a:off x="718929" y="4114378"/>
            <a:ext cx="3497815" cy="1854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MY" sz="1600"/>
              <a:t>P</a:t>
            </a:r>
            <a:r>
              <a:rPr lang="en-US" altLang="zh-CN" sz="1600"/>
              <a:t>resented by: </a:t>
            </a:r>
          </a:p>
          <a:p>
            <a:r>
              <a:rPr lang="en-US" altLang="zh-CN"/>
              <a:t>Jane Yan Zhen YU</a:t>
            </a:r>
          </a:p>
          <a:p>
            <a:r>
              <a:rPr lang="en-US"/>
              <a:t>Yan Han WONG</a:t>
            </a:r>
          </a:p>
          <a:p>
            <a:r>
              <a:rPr lang="en-US"/>
              <a:t>Bruce Gee Yick WONG</a:t>
            </a:r>
          </a:p>
          <a:p>
            <a:r>
              <a:rPr lang="en-US"/>
              <a:t>Neville Zi Yang</a:t>
            </a:r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60642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4B8229-934D-4FDB-94FE-E9083E54BC82}">
  <ds:schemaRefs>
    <ds:schemaRef ds:uri="32a27114-0f9b-470d-a484-01f5ccaf5a0e"/>
    <ds:schemaRef ds:uri="6db94942-8a34-4a30-a8e6-78b89cf292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8B5A9C-D132-4FCF-951F-362122C708F1}">
  <ds:schemaRefs>
    <ds:schemaRef ds:uri="32a27114-0f9b-470d-a484-01f5ccaf5a0e"/>
    <ds:schemaRef ds:uri="6db94942-8a34-4a30-a8e6-78b89cf292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63ccca9-c1ef-42e5-8b5f-ba262db88ee1}" enabled="1" method="Standard" siteId="{3f639a9b-27c8-4403-82b1-ebfb88052d1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0</TotalTime>
  <Words>350</Words>
  <Application>Microsoft Office PowerPoint</Application>
  <PresentationFormat>Widescreen</PresentationFormat>
  <Paragraphs>63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Barlow Light</vt:lpstr>
      <vt:lpstr>Barlow SemiBold</vt:lpstr>
      <vt:lpstr>Open Sans Light</vt:lpstr>
      <vt:lpstr>Open Sans Semibold</vt:lpstr>
      <vt:lpstr>Swinburne</vt:lpstr>
      <vt:lpstr>Weekly Status Report</vt:lpstr>
      <vt:lpstr>Work Log</vt:lpstr>
      <vt:lpstr>Plan and 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Jane Yan Zhen YU</cp:lastModifiedBy>
  <cp:revision>1</cp:revision>
  <dcterms:created xsi:type="dcterms:W3CDTF">2021-04-21T06:12:21Z</dcterms:created>
  <dcterms:modified xsi:type="dcterms:W3CDTF">2026-09-27T05:53:57Z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  <property fmtid="{D5CDD505-2E9C-101B-9397-08002B2CF9AE}" pid="3" name="MSIP_Label_b63ccca9-c1ef-42e5-8b5f-ba262db88ee1_Enabled">
    <vt:lpwstr>true</vt:lpwstr>
  </property>
  <property fmtid="{D5CDD505-2E9C-101B-9397-08002B2CF9AE}" pid="4" name="MSIP_Label_b63ccca9-c1ef-42e5-8b5f-ba262db88ee1_SetDate">
    <vt:lpwstr>2024-09-01T06:38:26Z</vt:lpwstr>
  </property>
  <property fmtid="{D5CDD505-2E9C-101B-9397-08002B2CF9AE}" pid="5" name="MSIP_Label_b63ccca9-c1ef-42e5-8b5f-ba262db88ee1_Method">
    <vt:lpwstr>Standard</vt:lpwstr>
  </property>
  <property fmtid="{D5CDD505-2E9C-101B-9397-08002B2CF9AE}" pid="6" name="MSIP_Label_b63ccca9-c1ef-42e5-8b5f-ba262db88ee1_Name">
    <vt:lpwstr>Public</vt:lpwstr>
  </property>
  <property fmtid="{D5CDD505-2E9C-101B-9397-08002B2CF9AE}" pid="7" name="MSIP_Label_b63ccca9-c1ef-42e5-8b5f-ba262db88ee1_SiteId">
    <vt:lpwstr>3f639a9b-27c8-4403-82b1-ebfb88052d15</vt:lpwstr>
  </property>
  <property fmtid="{D5CDD505-2E9C-101B-9397-08002B2CF9AE}" pid="8" name="MSIP_Label_b63ccca9-c1ef-42e5-8b5f-ba262db88ee1_ActionId">
    <vt:lpwstr>6db55b0e-04b6-4663-9640-656829f69fcb</vt:lpwstr>
  </property>
  <property fmtid="{D5CDD505-2E9C-101B-9397-08002B2CF9AE}" pid="9" name="MSIP_Label_b63ccca9-c1ef-42e5-8b5f-ba262db88ee1_ContentBits">
    <vt:lpwstr>0</vt:lpwstr>
  </property>
</Properties>
</file>