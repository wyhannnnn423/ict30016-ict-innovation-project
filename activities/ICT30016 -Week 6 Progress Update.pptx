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1084" r:id="rId5"/>
    <p:sldId id="1087" r:id="rId6"/>
    <p:sldId id="1088" r:id="rId7"/>
    <p:sldId id="259" r:id="rId8"/>
  </p:sldIdLst>
  <p:sldSz cx="12192000" cy="6858000"/>
  <p:notesSz cx="6858000" cy="9144000"/>
  <p:embeddedFontLst>
    <p:embeddedFont>
      <p:font typeface="Barlow Light" panose="00000400000000000000" pitchFamily="2" charset="0"/>
      <p:regular r:id="rId11"/>
      <p: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italic r:id="rId18"/>
    </p:embeddedFont>
    <p:embeddedFont>
      <p:font typeface="Open Sans Semibold" panose="020B07060308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464"/>
    <a:srgbClr val="FF66CC"/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A11E9D-842A-48D6-8000-CFA655D1B12C}" v="20" dt="2026-10-07T13:33:23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6327"/>
  </p:normalViewPr>
  <p:slideViewPr>
    <p:cSldViewPr snapToGrid="0" snapToObjects="1">
      <p:cViewPr varScale="1">
        <p:scale>
          <a:sx n="100" d="100"/>
          <a:sy n="100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Han WONG" userId="f39f675c-0c0c-419a-bfc0-89173dce6c4b" providerId="ADAL" clId="{254195CD-A7B3-4940-87E5-245295E99F6D}"/>
    <pc:docChg chg="undo redo custSel addSld delSld modSld">
      <pc:chgData name="Yan Han WONG" userId="f39f675c-0c0c-419a-bfc0-89173dce6c4b" providerId="ADAL" clId="{254195CD-A7B3-4940-87E5-245295E99F6D}" dt="2026-10-07T13:33:25.229" v="44" actId="108"/>
      <pc:docMkLst>
        <pc:docMk/>
      </pc:docMkLst>
      <pc:sldChg chg="addSp delSp modSp mod">
        <pc:chgData name="Yan Han WONG" userId="f39f675c-0c0c-419a-bfc0-89173dce6c4b" providerId="ADAL" clId="{254195CD-A7B3-4940-87E5-245295E99F6D}" dt="2026-10-07T06:16:36.381" v="12" actId="20577"/>
        <pc:sldMkLst>
          <pc:docMk/>
          <pc:sldMk cId="51606423" sldId="259"/>
        </pc:sldMkLst>
        <pc:spChg chg="del">
          <ac:chgData name="Yan Han WONG" userId="f39f675c-0c0c-419a-bfc0-89173dce6c4b" providerId="ADAL" clId="{254195CD-A7B3-4940-87E5-245295E99F6D}" dt="2026-10-07T06:16:25.002" v="7" actId="478"/>
          <ac:spMkLst>
            <pc:docMk/>
            <pc:sldMk cId="51606423" sldId="259"/>
            <ac:spMk id="2" creationId="{17514F05-83B5-1F16-91DC-54D25F9D623C}"/>
          </ac:spMkLst>
        </pc:spChg>
        <pc:spChg chg="del">
          <ac:chgData name="Yan Han WONG" userId="f39f675c-0c0c-419a-bfc0-89173dce6c4b" providerId="ADAL" clId="{254195CD-A7B3-4940-87E5-245295E99F6D}" dt="2026-10-07T06:16:25.568" v="8" actId="478"/>
          <ac:spMkLst>
            <pc:docMk/>
            <pc:sldMk cId="51606423" sldId="259"/>
            <ac:spMk id="3" creationId="{E1AB57A4-FBEB-6DA0-25D8-6AD5E6F5E14F}"/>
          </ac:spMkLst>
        </pc:spChg>
        <pc:spChg chg="add mod">
          <ac:chgData name="Yan Han WONG" userId="f39f675c-0c0c-419a-bfc0-89173dce6c4b" providerId="ADAL" clId="{254195CD-A7B3-4940-87E5-245295E99F6D}" dt="2026-10-07T06:16:36.381" v="12" actId="20577"/>
          <ac:spMkLst>
            <pc:docMk/>
            <pc:sldMk cId="51606423" sldId="259"/>
            <ac:spMk id="5" creationId="{6D4B84B8-2244-6E6C-4728-8AC4674DCA9A}"/>
          </ac:spMkLst>
        </pc:spChg>
        <pc:spChg chg="add">
          <ac:chgData name="Yan Han WONG" userId="f39f675c-0c0c-419a-bfc0-89173dce6c4b" providerId="ADAL" clId="{254195CD-A7B3-4940-87E5-245295E99F6D}" dt="2026-10-07T06:16:26.316" v="9" actId="22"/>
          <ac:spMkLst>
            <pc:docMk/>
            <pc:sldMk cId="51606423" sldId="259"/>
            <ac:spMk id="8" creationId="{274A4341-806E-172D-D21B-9B5A5FFE3D91}"/>
          </ac:spMkLst>
        </pc:spChg>
      </pc:sldChg>
      <pc:sldChg chg="modSp mod">
        <pc:chgData name="Yan Han WONG" userId="f39f675c-0c0c-419a-bfc0-89173dce6c4b" providerId="ADAL" clId="{254195CD-A7B3-4940-87E5-245295E99F6D}" dt="2026-10-07T06:16:13.781" v="6"/>
        <pc:sldMkLst>
          <pc:docMk/>
          <pc:sldMk cId="3869781376" sldId="1084"/>
        </pc:sldMkLst>
        <pc:spChg chg="mod">
          <ac:chgData name="Yan Han WONG" userId="f39f675c-0c0c-419a-bfc0-89173dce6c4b" providerId="ADAL" clId="{254195CD-A7B3-4940-87E5-245295E99F6D}" dt="2026-10-07T06:16:10.244" v="5"/>
          <ac:spMkLst>
            <pc:docMk/>
            <pc:sldMk cId="3869781376" sldId="1084"/>
            <ac:spMk id="3" creationId="{8D85B56E-4C76-CF70-53A9-BF29CCE82A06}"/>
          </ac:spMkLst>
        </pc:spChg>
        <pc:spChg chg="mod">
          <ac:chgData name="Yan Han WONG" userId="f39f675c-0c0c-419a-bfc0-89173dce6c4b" providerId="ADAL" clId="{254195CD-A7B3-4940-87E5-245295E99F6D}" dt="2026-10-07T06:16:07.075" v="4" actId="20577"/>
          <ac:spMkLst>
            <pc:docMk/>
            <pc:sldMk cId="3869781376" sldId="1084"/>
            <ac:spMk id="5" creationId="{0F0D744A-4398-0634-F882-EFEEDDEAFEF4}"/>
          </ac:spMkLst>
        </pc:spChg>
        <pc:spChg chg="mod">
          <ac:chgData name="Yan Han WONG" userId="f39f675c-0c0c-419a-bfc0-89173dce6c4b" providerId="ADAL" clId="{254195CD-A7B3-4940-87E5-245295E99F6D}" dt="2026-10-07T06:16:13.781" v="6"/>
          <ac:spMkLst>
            <pc:docMk/>
            <pc:sldMk cId="3869781376" sldId="1084"/>
            <ac:spMk id="10" creationId="{CE32FE8C-D022-8A30-1403-15B3600881B6}"/>
          </ac:spMkLst>
        </pc:spChg>
      </pc:sldChg>
      <pc:sldChg chg="del">
        <pc:chgData name="Yan Han WONG" userId="f39f675c-0c0c-419a-bfc0-89173dce6c4b" providerId="ADAL" clId="{254195CD-A7B3-4940-87E5-245295E99F6D}" dt="2026-10-07T06:17:18.897" v="13" actId="47"/>
        <pc:sldMkLst>
          <pc:docMk/>
          <pc:sldMk cId="3026245705" sldId="1085"/>
        </pc:sldMkLst>
      </pc:sldChg>
      <pc:sldChg chg="del">
        <pc:chgData name="Yan Han WONG" userId="f39f675c-0c0c-419a-bfc0-89173dce6c4b" providerId="ADAL" clId="{254195CD-A7B3-4940-87E5-245295E99F6D}" dt="2026-10-07T06:17:18.897" v="13" actId="47"/>
        <pc:sldMkLst>
          <pc:docMk/>
          <pc:sldMk cId="1656399167" sldId="1086"/>
        </pc:sldMkLst>
      </pc:sldChg>
      <pc:sldChg chg="delSp modSp add mod">
        <pc:chgData name="Yan Han WONG" userId="f39f675c-0c0c-419a-bfc0-89173dce6c4b" providerId="ADAL" clId="{254195CD-A7B3-4940-87E5-245295E99F6D}" dt="2026-10-07T06:32:14.969" v="29" actId="20577"/>
        <pc:sldMkLst>
          <pc:docMk/>
          <pc:sldMk cId="1706223059" sldId="1087"/>
        </pc:sldMkLst>
        <pc:spChg chg="del">
          <ac:chgData name="Yan Han WONG" userId="f39f675c-0c0c-419a-bfc0-89173dce6c4b" providerId="ADAL" clId="{254195CD-A7B3-4940-87E5-245295E99F6D}" dt="2026-10-07T06:30:18.492" v="20" actId="478"/>
          <ac:spMkLst>
            <pc:docMk/>
            <pc:sldMk cId="1706223059" sldId="1087"/>
            <ac:spMk id="5" creationId="{FEF05047-E32A-E5DE-2232-C8207F316FE0}"/>
          </ac:spMkLst>
        </pc:spChg>
        <pc:graphicFrameChg chg="mod modGraphic">
          <ac:chgData name="Yan Han WONG" userId="f39f675c-0c0c-419a-bfc0-89173dce6c4b" providerId="ADAL" clId="{254195CD-A7B3-4940-87E5-245295E99F6D}" dt="2026-10-07T06:32:14.969" v="29" actId="20577"/>
          <ac:graphicFrameMkLst>
            <pc:docMk/>
            <pc:sldMk cId="1706223059" sldId="1087"/>
            <ac:graphicFrameMk id="6" creationId="{38C11508-3D58-0D07-4EBA-59F27BCDF2B1}"/>
          </ac:graphicFrameMkLst>
        </pc:graphicFrameChg>
      </pc:sldChg>
      <pc:sldChg chg="modSp add mod">
        <pc:chgData name="Yan Han WONG" userId="f39f675c-0c0c-419a-bfc0-89173dce6c4b" providerId="ADAL" clId="{254195CD-A7B3-4940-87E5-245295E99F6D}" dt="2026-10-07T13:33:25.229" v="44" actId="108"/>
        <pc:sldMkLst>
          <pc:docMk/>
          <pc:sldMk cId="3932342134" sldId="1088"/>
        </pc:sldMkLst>
        <pc:graphicFrameChg chg="mod modGraphic">
          <ac:chgData name="Yan Han WONG" userId="f39f675c-0c0c-419a-bfc0-89173dce6c4b" providerId="ADAL" clId="{254195CD-A7B3-4940-87E5-245295E99F6D}" dt="2026-10-07T13:33:25.229" v="44" actId="108"/>
          <ac:graphicFrameMkLst>
            <pc:docMk/>
            <pc:sldMk cId="3932342134" sldId="1088"/>
            <ac:graphicFrameMk id="6" creationId="{C60E3D03-6825-6370-C382-5C75BEA7182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It’s what you make it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Facilities </a:t>
            </a:r>
            <a:br>
              <a:rPr lang="en-US" dirty="0"/>
            </a:br>
            <a:r>
              <a:rPr lang="en-US" dirty="0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empowers you to </a:t>
            </a:r>
            <a:br>
              <a:rPr lang="en-US" dirty="0"/>
            </a:br>
            <a:r>
              <a:rPr lang="en-US" dirty="0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24A5-3D23-8BBA-6CB3-CD6AEA7F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313" y="1567875"/>
            <a:ext cx="7152861" cy="865622"/>
          </a:xfrm>
        </p:spPr>
        <p:txBody>
          <a:bodyPr/>
          <a:lstStyle/>
          <a:p>
            <a:r>
              <a:rPr lang="en-AU" dirty="0"/>
              <a:t>Weekly Status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5B56E-4C76-CF70-53A9-BF29CCE8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929" y="2910686"/>
            <a:ext cx="7152861" cy="804707"/>
          </a:xfrm>
        </p:spPr>
        <p:txBody>
          <a:bodyPr/>
          <a:lstStyle/>
          <a:p>
            <a:r>
              <a:rPr lang="en-MY" dirty="0"/>
              <a:t>Intrusion Detection System (IDS) for Campus Networks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D744A-4398-0634-F882-EFEEDDEAF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9" y="2451350"/>
            <a:ext cx="3774371" cy="459336"/>
          </a:xfrm>
        </p:spPr>
        <p:txBody>
          <a:bodyPr>
            <a:normAutofit/>
          </a:bodyPr>
          <a:lstStyle/>
          <a:p>
            <a:r>
              <a:rPr lang="en-AU" sz="2000" dirty="0"/>
              <a:t>Week 6 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2FE8C-D022-8A30-1403-15B3600881B6}"/>
              </a:ext>
            </a:extLst>
          </p:cNvPr>
          <p:cNvSpPr txBox="1"/>
          <p:nvPr/>
        </p:nvSpPr>
        <p:spPr>
          <a:xfrm>
            <a:off x="718929" y="4326193"/>
            <a:ext cx="41466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Jane Yan Zhen YU	</a:t>
            </a:r>
            <a:r>
              <a:rPr lang="en-US" dirty="0"/>
              <a:t>104395810</a:t>
            </a: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Yan Han WONG	104392138</a:t>
            </a:r>
            <a:endParaRPr lang="en-MY" dirty="0">
              <a:ea typeface="Open Sans Light"/>
              <a:cs typeface="Open Sans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>
                <a:ea typeface="Open Sans Light"/>
                <a:cs typeface="Open Sans Light"/>
              </a:rPr>
              <a:t>Bruce Gee Yick WONG   104401843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>
                <a:ea typeface="Open Sans Light"/>
                <a:cs typeface="Open Sans Light"/>
              </a:rPr>
              <a:t>Neville Zi Yang		104400992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6978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B8A-2200-257C-BEB1-5F8B8596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43" y="78735"/>
            <a:ext cx="9687755" cy="584775"/>
          </a:xfrm>
        </p:spPr>
        <p:txBody>
          <a:bodyPr/>
          <a:lstStyle/>
          <a:p>
            <a:r>
              <a:rPr lang="en-AU" dirty="0"/>
              <a:t>Work Log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C11508-3D58-0D07-4EBA-59F27BCD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103324"/>
              </p:ext>
            </p:extLst>
          </p:nvPr>
        </p:nvGraphicFramePr>
        <p:xfrm>
          <a:off x="542043" y="963765"/>
          <a:ext cx="9978085" cy="5574704"/>
        </p:xfrm>
        <a:graphic>
          <a:graphicData uri="http://schemas.openxmlformats.org/drawingml/2006/table">
            <a:tbl>
              <a:tblPr firstRow="1" firstCol="1" bandRow="1"/>
              <a:tblGrid>
                <a:gridCol w="2639306">
                  <a:extLst>
                    <a:ext uri="{9D8B030D-6E8A-4147-A177-3AD203B41FA5}">
                      <a16:colId xmlns:a16="http://schemas.microsoft.com/office/drawing/2014/main" val="1470167941"/>
                    </a:ext>
                  </a:extLst>
                </a:gridCol>
                <a:gridCol w="1941157">
                  <a:extLst>
                    <a:ext uri="{9D8B030D-6E8A-4147-A177-3AD203B41FA5}">
                      <a16:colId xmlns:a16="http://schemas.microsoft.com/office/drawing/2014/main" val="1091767670"/>
                    </a:ext>
                  </a:extLst>
                </a:gridCol>
                <a:gridCol w="961423">
                  <a:extLst>
                    <a:ext uri="{9D8B030D-6E8A-4147-A177-3AD203B41FA5}">
                      <a16:colId xmlns:a16="http://schemas.microsoft.com/office/drawing/2014/main" val="1258454611"/>
                    </a:ext>
                  </a:extLst>
                </a:gridCol>
                <a:gridCol w="2546416">
                  <a:extLst>
                    <a:ext uri="{9D8B030D-6E8A-4147-A177-3AD203B41FA5}">
                      <a16:colId xmlns:a16="http://schemas.microsoft.com/office/drawing/2014/main" val="2206643225"/>
                    </a:ext>
                  </a:extLst>
                </a:gridCol>
                <a:gridCol w="1889783">
                  <a:extLst>
                    <a:ext uri="{9D8B030D-6E8A-4147-A177-3AD203B41FA5}">
                      <a16:colId xmlns:a16="http://schemas.microsoft.com/office/drawing/2014/main" val="3842077632"/>
                    </a:ext>
                  </a:extLst>
                </a:gridCol>
              </a:tblGrid>
              <a:tr h="7934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 NOTES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811956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User Personas &amp; Interviews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E</a:t>
                      </a:r>
                      <a:r>
                        <a:rPr lang="en-US" altLang="zh-CN" sz="1100" dirty="0" err="1"/>
                        <a:t>veryone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Define target users and interview questions.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Created "Campus Admin" persona and drafted 5 key stakeholder questions.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51505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Vision &amp; Innovation Strategy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dirty="0"/>
                        <a:t>E</a:t>
                      </a:r>
                      <a:r>
                        <a:rPr lang="en-US" altLang="zh-CN" sz="1100" dirty="0" err="1"/>
                        <a:t>veryone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Define vision and evaluate ideas.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Drafted Vision/Mission and finished Scoring matrix.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806693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Project Doc &amp; Test Planning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Jane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Draft report structure and plan test cases.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Created the testing framework for D5 report and updated sprint backlog.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06060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Capture &amp; Feature Logic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dirty="0"/>
                        <a:t>Han &amp; Bruce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Finalize Suricata and plan JSON parsing.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Confirmed flow duration logs correctly; researching Pandas for feature extraction.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83431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dirty="0"/>
                        <a:t>Dashboard UI Wireframing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dirty="0"/>
                        <a:t>Neville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Design layout for real-time alerts.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dirty="0"/>
                        <a:t>Drafted HTML/CSS structures for the monitoring interface.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340708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SPENT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 </a:t>
                      </a:r>
                      <a:r>
                        <a:rPr lang="en-US" altLang="zh-C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hours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0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22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F015-33C6-E8DA-F5A0-ECC8FDD4D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Plan and Reflection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E3D03-6825-6370-C382-5C75BEA71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289155"/>
              </p:ext>
            </p:extLst>
          </p:nvPr>
        </p:nvGraphicFramePr>
        <p:xfrm>
          <a:off x="589806" y="1180624"/>
          <a:ext cx="7730327" cy="985012"/>
        </p:xfrm>
        <a:graphic>
          <a:graphicData uri="http://schemas.openxmlformats.org/drawingml/2006/table">
            <a:tbl>
              <a:tblPr firstRow="1" firstCol="1" bandRow="1"/>
              <a:tblGrid>
                <a:gridCol w="4226549">
                  <a:extLst>
                    <a:ext uri="{9D8B030D-6E8A-4147-A177-3AD203B41FA5}">
                      <a16:colId xmlns:a16="http://schemas.microsoft.com/office/drawing/2014/main" val="3775577976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812477094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036796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 PLANNED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COMPLETION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TO</a:t>
                      </a: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dirty="0"/>
                        <a:t>Document extraction logic</a:t>
                      </a:r>
                      <a:endParaRPr lang="en-MY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 7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Jane &amp; Neville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64466"/>
                  </a:ext>
                </a:extLst>
              </a:tr>
              <a:tr h="124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dirty="0"/>
                        <a:t>Develop Python Feature Extractor 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Week 7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 &amp; Bruce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3423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5DDE4F-D94E-B8C6-E605-5C267094C014}"/>
              </a:ext>
            </a:extLst>
          </p:cNvPr>
          <p:cNvSpPr txBox="1"/>
          <p:nvPr/>
        </p:nvSpPr>
        <p:spPr>
          <a:xfrm>
            <a:off x="430280" y="257063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Summary/weekly reflection for Week 6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AADC2-02DF-5232-0846-07C788148F2E}"/>
              </a:ext>
            </a:extLst>
          </p:cNvPr>
          <p:cNvSpPr txBox="1"/>
          <p:nvPr/>
        </p:nvSpPr>
        <p:spPr>
          <a:xfrm>
            <a:off x="463057" y="2939970"/>
            <a:ext cx="7857076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MY" sz="1200" b="1" dirty="0"/>
              <a:t>key milestones achieved:</a:t>
            </a:r>
          </a:p>
          <a:p>
            <a:pPr>
              <a:spcAft>
                <a:spcPts val="800"/>
              </a:spcAft>
              <a:defRPr/>
            </a:pPr>
            <a:r>
              <a:rPr lang="en-MY" sz="1100" dirty="0"/>
              <a:t>Successfully achieved Milestone 1 (M1). The Suricata capture pipeline is fully functional.</a:t>
            </a:r>
          </a:p>
          <a:p>
            <a:pPr>
              <a:spcAft>
                <a:spcPts val="800"/>
              </a:spcAft>
              <a:defRPr/>
            </a:pPr>
            <a:r>
              <a:rPr lang="en-MY" sz="1200" b="1" dirty="0"/>
              <a:t>any interesting things learned:</a:t>
            </a:r>
            <a:br>
              <a:rPr lang="en-MY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MY" sz="1100" dirty="0"/>
              <a:t>We learned how Suricata's multi-threaded architecture efficiently groups packets into flows</a:t>
            </a:r>
          </a:p>
          <a:p>
            <a:pPr>
              <a:spcAft>
                <a:spcPts val="800"/>
              </a:spcAft>
              <a:defRPr/>
            </a:pPr>
            <a:r>
              <a:rPr lang="en-MY" sz="1200" b="1" dirty="0"/>
              <a:t>issues/problems:</a:t>
            </a:r>
            <a:br>
              <a:rPr lang="en-MY" sz="1200" b="1" dirty="0"/>
            </a:br>
            <a:r>
              <a:rPr lang="en-MY" sz="1100" dirty="0"/>
              <a:t>Raw EVE JSON files can grow very quickly. We had to figure out how to filter and only read the newly appended lines using Python to save memory.</a:t>
            </a:r>
            <a:endParaRPr lang="en-MY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34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07A6AA-7CA7-DF4C-9384-59300577B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D4B84B8-2244-6E6C-4728-8AC4674DCA9A}"/>
              </a:ext>
            </a:extLst>
          </p:cNvPr>
          <p:cNvSpPr txBox="1">
            <a:spLocks/>
          </p:cNvSpPr>
          <p:nvPr/>
        </p:nvSpPr>
        <p:spPr>
          <a:xfrm>
            <a:off x="718929" y="5826711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dirty="0">
                <a:solidFill>
                  <a:schemeClr val="tx1"/>
                </a:solidFill>
              </a:rPr>
              <a:t>Sunday 11 O</a:t>
            </a:r>
            <a:r>
              <a:rPr lang="en-US" altLang="zh-CN" dirty="0" err="1">
                <a:solidFill>
                  <a:schemeClr val="tx1"/>
                </a:solidFill>
              </a:rPr>
              <a:t>cto</a:t>
            </a:r>
            <a:r>
              <a:rPr lang="en-MY" dirty="0" err="1">
                <a:solidFill>
                  <a:schemeClr val="tx1"/>
                </a:solidFill>
              </a:rPr>
              <a:t>ber</a:t>
            </a:r>
            <a:r>
              <a:rPr lang="en-MY" dirty="0">
                <a:solidFill>
                  <a:schemeClr val="tx1"/>
                </a:solidFill>
              </a:rPr>
              <a:t> 2026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74A4341-806E-172D-D21B-9B5A5FFE3D91}"/>
              </a:ext>
            </a:extLst>
          </p:cNvPr>
          <p:cNvSpPr txBox="1">
            <a:spLocks/>
          </p:cNvSpPr>
          <p:nvPr/>
        </p:nvSpPr>
        <p:spPr>
          <a:xfrm>
            <a:off x="718929" y="4114378"/>
            <a:ext cx="3497815" cy="1854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1600" dirty="0"/>
              <a:t>P</a:t>
            </a:r>
            <a:r>
              <a:rPr lang="en-US" altLang="zh-CN" sz="1600" dirty="0"/>
              <a:t>resented by: </a:t>
            </a:r>
          </a:p>
          <a:p>
            <a:r>
              <a:rPr lang="en-US" altLang="zh-CN" dirty="0"/>
              <a:t>Jane Yan Zhen YU</a:t>
            </a:r>
          </a:p>
          <a:p>
            <a:r>
              <a:rPr lang="en-US" dirty="0"/>
              <a:t>Yan Han WONG</a:t>
            </a:r>
          </a:p>
          <a:p>
            <a:r>
              <a:rPr lang="en-US" dirty="0"/>
              <a:t>Bruce Gee Yick WONG</a:t>
            </a:r>
          </a:p>
          <a:p>
            <a:r>
              <a:rPr lang="en-US" dirty="0"/>
              <a:t>Neville Zi Yang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160642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8B5A9C-D132-4FCF-951F-362122C708F1}">
  <ds:schemaRefs>
    <ds:schemaRef ds:uri="6db94942-8a34-4a30-a8e6-78b89cf29212"/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32a27114-0f9b-470d-a484-01f5ccaf5a0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64B8229-934D-4FDB-94FE-E9083E54B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b94942-8a34-4a30-a8e6-78b89cf29212"/>
    <ds:schemaRef ds:uri="32a27114-0f9b-470d-a484-01f5ccaf5a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63ccca9-c1ef-42e5-8b5f-ba262db88ee1}" enabled="1" method="Standard" siteId="{3f639a9b-27c8-4403-82b1-ebfb88052d1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1235</TotalTime>
  <Words>316</Words>
  <Application>Microsoft Office PowerPoint</Application>
  <PresentationFormat>Widescreen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Barlow Light</vt:lpstr>
      <vt:lpstr>Barlow SemiBold</vt:lpstr>
      <vt:lpstr>Calibri</vt:lpstr>
      <vt:lpstr>Open Sans Light</vt:lpstr>
      <vt:lpstr>Open Sans Semibold</vt:lpstr>
      <vt:lpstr>Swinburne</vt:lpstr>
      <vt:lpstr>Weekly Status Report</vt:lpstr>
      <vt:lpstr>Work Log</vt:lpstr>
      <vt:lpstr>Plan and 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Yan Han WONG</cp:lastModifiedBy>
  <cp:revision>147</cp:revision>
  <dcterms:created xsi:type="dcterms:W3CDTF">2021-04-21T06:12:21Z</dcterms:created>
  <dcterms:modified xsi:type="dcterms:W3CDTF">2026-10-07T13:33:29Z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  <property fmtid="{D5CDD505-2E9C-101B-9397-08002B2CF9AE}" pid="3" name="MSIP_Label_b63ccca9-c1ef-42e5-8b5f-ba262db88ee1_Enabled">
    <vt:lpwstr>true</vt:lpwstr>
  </property>
  <property fmtid="{D5CDD505-2E9C-101B-9397-08002B2CF9AE}" pid="4" name="MSIP_Label_b63ccca9-c1ef-42e5-8b5f-ba262db88ee1_SetDate">
    <vt:lpwstr>2024-09-01T06:38:26Z</vt:lpwstr>
  </property>
  <property fmtid="{D5CDD505-2E9C-101B-9397-08002B2CF9AE}" pid="5" name="MSIP_Label_b63ccca9-c1ef-42e5-8b5f-ba262db88ee1_Method">
    <vt:lpwstr>Standard</vt:lpwstr>
  </property>
  <property fmtid="{D5CDD505-2E9C-101B-9397-08002B2CF9AE}" pid="6" name="MSIP_Label_b63ccca9-c1ef-42e5-8b5f-ba262db88ee1_Name">
    <vt:lpwstr>Public</vt:lpwstr>
  </property>
  <property fmtid="{D5CDD505-2E9C-101B-9397-08002B2CF9AE}" pid="7" name="MSIP_Label_b63ccca9-c1ef-42e5-8b5f-ba262db88ee1_SiteId">
    <vt:lpwstr>3f639a9b-27c8-4403-82b1-ebfb88052d15</vt:lpwstr>
  </property>
  <property fmtid="{D5CDD505-2E9C-101B-9397-08002B2CF9AE}" pid="8" name="MSIP_Label_b63ccca9-c1ef-42e5-8b5f-ba262db88ee1_ActionId">
    <vt:lpwstr>6db55b0e-04b6-4663-9640-656829f69fcb</vt:lpwstr>
  </property>
  <property fmtid="{D5CDD505-2E9C-101B-9397-08002B2CF9AE}" pid="9" name="MSIP_Label_b63ccca9-c1ef-42e5-8b5f-ba262db88ee1_ContentBits">
    <vt:lpwstr>0</vt:lpwstr>
  </property>
</Properties>
</file>